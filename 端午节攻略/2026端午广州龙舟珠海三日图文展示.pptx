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1964198dc0497d" /><Relationship Type="http://schemas.openxmlformats.org/officeDocument/2006/relationships/extended-properties" Target="/docProps/app.xml" Id="R23362e0af97040a2" /><Relationship Type="http://schemas.openxmlformats.org/officeDocument/2006/relationships/officeDocument" Target="/ppt/presentation.xml" Id="R81bfe9525f7f4c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2a76460ac84b60"/>
  </p:sldMasterIdLst>
  <p:notesMasterIdLst>
    <p:notesMasterId xmlns:r="http://schemas.openxmlformats.org/officeDocument/2006/relationships" r:id="Rfedbb71b732e48ea"/>
  </p:notesMasterIdLst>
  <p:sldIdLst>
    <p:sldId xmlns:r="http://schemas.openxmlformats.org/officeDocument/2006/relationships" id="256" r:id="R13ce4e8fef0f4809"/>
    <p:sldId xmlns:r="http://schemas.openxmlformats.org/officeDocument/2006/relationships" id="257" r:id="R70ccac08bc5c4735"/>
    <p:sldId xmlns:r="http://schemas.openxmlformats.org/officeDocument/2006/relationships" id="258" r:id="Rb1d9730faeb04a9c"/>
    <p:sldId xmlns:r="http://schemas.openxmlformats.org/officeDocument/2006/relationships" id="259" r:id="R5abe1ba46af040f3"/>
    <p:sldId xmlns:r="http://schemas.openxmlformats.org/officeDocument/2006/relationships" id="260" r:id="R6c5c2802845f4377"/>
    <p:sldId xmlns:r="http://schemas.openxmlformats.org/officeDocument/2006/relationships" id="261" r:id="R5ab2a56582654fe9"/>
    <p:sldId xmlns:r="http://schemas.openxmlformats.org/officeDocument/2006/relationships" id="262" r:id="R55e610fa56fc4a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f43deb71f746af" /><Relationship Type="http://schemas.openxmlformats.org/officeDocument/2006/relationships/slideMaster" Target="/ppt/slideMasters/slideMaster1.xml" Id="R132a76460ac84b60" /><Relationship Type="http://schemas.openxmlformats.org/officeDocument/2006/relationships/notesMaster" Target="/ppt/notesMasters/notesMaster1.xml" Id="Rfedbb71b732e48ea" /><Relationship Type="http://schemas.openxmlformats.org/officeDocument/2006/relationships/presProps" Target="/ppt/presProps.xml" Id="R9daf8fb4ad984b63" /><Relationship Type="http://schemas.openxmlformats.org/officeDocument/2006/relationships/viewProps" Target="/ppt/viewProps.xml" Id="Rca1a40b3d2f44ac6" /><Relationship Type="http://schemas.openxmlformats.org/officeDocument/2006/relationships/tableStyles" Target="/ppt/tableStyles.xml" Id="R17a57002c6244450" /><Relationship Type="http://schemas.openxmlformats.org/officeDocument/2006/relationships/slide" Target="/ppt/slides/slide1.xml" Id="R13ce4e8fef0f4809" /><Relationship Type="http://schemas.openxmlformats.org/officeDocument/2006/relationships/slide" Target="/ppt/slides/slide2.xml" Id="R70ccac08bc5c4735" /><Relationship Type="http://schemas.openxmlformats.org/officeDocument/2006/relationships/slide" Target="/ppt/slides/slide3.xml" Id="Rb1d9730faeb04a9c" /><Relationship Type="http://schemas.openxmlformats.org/officeDocument/2006/relationships/slide" Target="/ppt/slides/slide4.xml" Id="R5abe1ba46af040f3" /><Relationship Type="http://schemas.openxmlformats.org/officeDocument/2006/relationships/slide" Target="/ppt/slides/slide5.xml" Id="R6c5c2802845f4377" /><Relationship Type="http://schemas.openxmlformats.org/officeDocument/2006/relationships/slide" Target="/ppt/slides/slide6.xml" Id="R5ab2a56582654fe9" /><Relationship Type="http://schemas.openxmlformats.org/officeDocument/2006/relationships/slide" Target="/ppt/slides/slide7.xml" Id="R55e610fa56fc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08cd8beac44c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d0f74ee72846d9" /><Relationship Type="http://schemas.openxmlformats.org/officeDocument/2006/relationships/notesMaster" Target="/ppt/notesMasters/notesMaster1.xml" Id="R3ce357f645934e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38cc2d3f3b462b" /><Relationship Type="http://schemas.openxmlformats.org/officeDocument/2006/relationships/notesMaster" Target="/ppt/notesMasters/notesMaster1.xml" Id="R906455ddb6364a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e9728422574c70" /><Relationship Type="http://schemas.openxmlformats.org/officeDocument/2006/relationships/notesMaster" Target="/ppt/notesMasters/notesMaster1.xml" Id="R3280108311d040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bae1719ec4476b" /><Relationship Type="http://schemas.openxmlformats.org/officeDocument/2006/relationships/notesMaster" Target="/ppt/notesMasters/notesMaster1.xml" Id="Rcc56643446944d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de03c4069d487d" /><Relationship Type="http://schemas.openxmlformats.org/officeDocument/2006/relationships/notesMaster" Target="/ppt/notesMasters/notesMaster1.xml" Id="Rbc7fe288449749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7247296570411d" /><Relationship Type="http://schemas.openxmlformats.org/officeDocument/2006/relationships/notesMaster" Target="/ppt/notesMasters/notesMaster1.xml" Id="R958bc226b97c42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67f2781f9b417d" /><Relationship Type="http://schemas.openxmlformats.org/officeDocument/2006/relationships/notesMaster" Target="/ppt/notesMasters/notesMaster1.xml" Id="R4158d19fb5ac4b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af80701ac43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fdfdf428c5468e" /><Relationship Type="http://schemas.openxmlformats.org/officeDocument/2006/relationships/slideLayout" Target="/ppt/slideLayouts/slideLayout1.xml" Id="Rcc36968390b849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36968390b849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93178040f4923" /><Relationship Type="http://schemas.openxmlformats.org/officeDocument/2006/relationships/image" Target="/ppt/media/image.png" Id="R80a1b27fb16d43a2" /><Relationship Type="http://schemas.openxmlformats.org/officeDocument/2006/relationships/image" Target="/ppt/media/image2.png" Id="R294ea4c7932e491f" /><Relationship Type="http://schemas.openxmlformats.org/officeDocument/2006/relationships/image" Target="/ppt/media/image3.png" Id="R6f895adc40334899" /><Relationship Type="http://schemas.openxmlformats.org/officeDocument/2006/relationships/notesSlide" Target="/ppt/notesSlides/notesSlide1.xml" Id="R9748d110095a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5596c75fd4455" /><Relationship Type="http://schemas.openxmlformats.org/officeDocument/2006/relationships/image" Target="/ppt/media/image4.png" Id="R89e5d0f322de4797" /><Relationship Type="http://schemas.openxmlformats.org/officeDocument/2006/relationships/notesSlide" Target="/ppt/notesSlides/notesSlide2.xml" Id="R897f80d31fc340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864cd3b194c48" /><Relationship Type="http://schemas.openxmlformats.org/officeDocument/2006/relationships/image" Target="/ppt/media/image5.png" Id="R4dad7af6e97a4d1f" /><Relationship Type="http://schemas.openxmlformats.org/officeDocument/2006/relationships/notesSlide" Target="/ppt/notesSlides/notesSlide3.xml" Id="R66177fe6d3744e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988896f454a86" /><Relationship Type="http://schemas.openxmlformats.org/officeDocument/2006/relationships/image" Target="/ppt/media/image6.png" Id="Ra7648066038e4a91" /><Relationship Type="http://schemas.openxmlformats.org/officeDocument/2006/relationships/notesSlide" Target="/ppt/notesSlides/notesSlide4.xml" Id="Rb1bbd14242f24c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5918541c74c54" /><Relationship Type="http://schemas.openxmlformats.org/officeDocument/2006/relationships/image" Target="/ppt/media/image7.png" Id="R0195584ed685414e" /><Relationship Type="http://schemas.openxmlformats.org/officeDocument/2006/relationships/notesSlide" Target="/ppt/notesSlides/notesSlide5.xml" Id="R4469d848a2dc40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c8f9cef8043eb" /><Relationship Type="http://schemas.openxmlformats.org/officeDocument/2006/relationships/image" Target="/ppt/media/image8.png" Id="R0e268cd007eb407d" /><Relationship Type="http://schemas.openxmlformats.org/officeDocument/2006/relationships/image" Target="/ppt/media/image9.png" Id="R1133c0249f8d4621" /><Relationship Type="http://schemas.openxmlformats.org/officeDocument/2006/relationships/image" Target="/ppt/media/image10.png" Id="R9ea0e18cf5374641" /><Relationship Type="http://schemas.openxmlformats.org/officeDocument/2006/relationships/image" Target="/ppt/media/image11.png" Id="Ra2098da5a28347eb" /><Relationship Type="http://schemas.openxmlformats.org/officeDocument/2006/relationships/image" Target="/ppt/media/image12.png" Id="R0c3fcbde441b4cb7" /><Relationship Type="http://schemas.openxmlformats.org/officeDocument/2006/relationships/image" Target="/ppt/media/image13.png" Id="Rfe26966d9cbd4635" /><Relationship Type="http://schemas.openxmlformats.org/officeDocument/2006/relationships/image" Target="/ppt/media/image14.png" Id="R19c6ad0e5cc64032" /><Relationship Type="http://schemas.openxmlformats.org/officeDocument/2006/relationships/image" Target="/ppt/media/image15.png" Id="Re136354beb934b9e" /><Relationship Type="http://schemas.openxmlformats.org/officeDocument/2006/relationships/notesSlide" Target="/ppt/notesSlides/notesSlide6.xml" Id="Rcb0c471c932540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e0e466a3d4843" /><Relationship Type="http://schemas.openxmlformats.org/officeDocument/2006/relationships/notesSlide" Target="/ppt/notesSlides/notesSlide7.xml" Id="Rd17b3f0a680c4e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19AA81-3F46-4127-AEB9-02C85E32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1b27fb16d43a2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123950"/>
            <a:ext cx="4762500" cy="29146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1C44A-1017-4C42-8768-9D89278B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4EA20-128C-400F-9EAD-75695DB8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3F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AF3F1"/>
                </a:solidFill>
                <a:latin typeface="Aptos"/>
                <a:ea typeface="Aptos"/>
                <a:cs typeface="Aptos"/>
              </a:rPr>
              <a:t>2026端午图文攻略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C8B9B-5EEF-4E53-98A4-CBF10D80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90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rPr>
              <a:t>广州看龙舟</a:t>
            </a:r>
          </a:p>
          <a:p xmlns:a="http://schemas.openxmlformats.org/drawingml/2006/main">
            <a:pPr algn="l">
              <a:defRPr sz="43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rPr>
              <a:t>珠海三日游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CC943-14B0-48BC-8E7F-72831D9C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561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第一天看广州龙舟，傍晚动车进珠海；两晚住吉大/城市阳台附近，第三天晚饭前返广州。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4C78C-EF1D-4085-81DA-B60EF34C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C4E42-65E5-4880-881F-065D6D6D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龙舟地图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CA969-D551-4937-9DD1-B8911174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862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D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107C5-8D98-41AD-91C9-F6A0F0A6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624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珠海动线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18976-05A4-4509-A3E3-9337FEF0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862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2011A-A13F-4313-B0BA-C862F96F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624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A"/>
                </a:solidFill>
                <a:latin typeface="Aptos"/>
                <a:ea typeface="Aptos"/>
                <a:cs typeface="Aptos"/>
              </a:rPr>
              <a:t>景点实图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ea4c7932e49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4095750"/>
            <a:ext cx="1714500" cy="22479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95adc403348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4095750"/>
            <a:ext cx="1714500" cy="22479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82906-515C-4E6B-BED7-9A58EA41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2026端午广州龙舟 + 珠海三日游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742F0-BFF9-46BA-9F64-FB21F222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943670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8927D8-85CB-4624-8A6C-F899BD76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017C9-42A3-4C2F-A58F-4C243B8A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6月19日 上午-下午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CC015-C4C2-4C14-9387-268D4268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rPr>
              <a:t>Day 1：广州龙舟观赛点怎么走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24562-FB92-4F50-B47A-2D77D21E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5d0f322de4797"/>
          <a:stretch xmlns:a="http://schemas.openxmlformats.org/drawingml/2006/main"/>
        </p:blipFill>
        <p:spPr>
          <a:xfrm xmlns:a="http://schemas.openxmlformats.org/drawingml/2006/main">
            <a:off x="590550" y="1450181"/>
            <a:ext cx="7239000" cy="443388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FAD2C-EE97-43D3-ACAD-16962A8C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3143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DF2CC-303B-4FE4-AD60-6DE20292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678D4-A468-4BE0-97D8-AAFC5830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3C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3C4A"/>
                </a:solidFill>
                <a:latin typeface="Aptos"/>
                <a:ea typeface="Aptos"/>
                <a:cs typeface="Aptos"/>
              </a:rPr>
              <a:t>主看哪里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3156C-8FCA-4F35-BCF4-C4617FEA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14550"/>
            <a:ext cx="2781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二沙涌、寺右、杨箕一带。9:30前到岸边，10:00-12:30主看。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0D125-BB5E-4BE6-9CB0-1B3D3282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C1213-F07A-42A3-8E71-85552983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D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9497F-4AB7-4C47-AF6B-EA8D03E0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3C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3C4A"/>
                </a:solidFill>
                <a:latin typeface="Aptos"/>
                <a:ea typeface="Aptos"/>
                <a:cs typeface="Aptos"/>
              </a:rPr>
              <a:t>下午备选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80FD5-434C-4B26-A3D6-DD71D2F4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体力好再去猎德涌；太热或人多就商场休整。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0AD5A-F4E6-4C9F-8578-BADCF8E7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02E08-86F4-4E9D-B4B2-13562F7E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6FE07-38FF-4AA9-9D63-47ECD7BA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3C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3C4A"/>
                </a:solidFill>
                <a:latin typeface="Aptos"/>
                <a:ea typeface="Aptos"/>
                <a:cs typeface="Aptos"/>
              </a:rPr>
              <a:t>车站原则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E807E-5003-4E68-9825-4776B6A7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863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16:00前后撤向广州东站；若无合适车次再改广州南兜底。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C95F8-04D1-4897-A740-F510C98B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2026端午广州龙舟 + 珠海三日游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E17DC-9E3A-4B2D-BB1A-07002FFE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534726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F94A2D-3036-429A-A3E0-EED4ADBD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ED821-3C3A-48AB-AD45-603C78AF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傍晚转场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7770D-393E-4E99-8F61-C9A2A8F8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rPr>
              <a:t>广州东优先到珠海站：车票先锁定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4A9D0-AAF3-4588-B7B9-39236C43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d7af6e97a4d1f"/>
          <a:stretch xmlns:a="http://schemas.openxmlformats.org/drawingml/2006/main"/>
        </p:blipFill>
        <p:spPr>
          <a:xfrm xmlns:a="http://schemas.openxmlformats.org/drawingml/2006/main">
            <a:off x="690660" y="1428750"/>
            <a:ext cx="6562531" cy="4019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FA43A-0957-4F85-88CB-294473D1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3124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E11CA-0795-4632-A7D7-C64077E5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9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D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03A27-6C88-43EF-AED6-77796419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4310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买到珠海站，不优先珠海北。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4CF8C-CA89-4F92-ACF5-6F3933C2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62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D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E58DA-EAD7-4B43-937E-104A9EAE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先查广州东→珠海；无合适车次再查广州南。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9470E-F921-48A5-9870-C24E3FC7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14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D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37522-CB80-4EB8-8F1D-D6F7E5E1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珠海站到吉大/城市阳台约15-25分钟。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95FEC-E923-4768-B5F6-DCE3B645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D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55EA2-7A66-49C7-A22A-353E47B7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0045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返程票优先买16:30-17:30；广州东优先，广州南兜底。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27014-0441-4F85-80F6-70067731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77D5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77D5E"/>
                </a:solidFill>
                <a:latin typeface="Aptos"/>
                <a:ea typeface="Aptos"/>
                <a:cs typeface="Aptos"/>
              </a:rPr>
              <a:t>关键：假期不要卡点进站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ABDF2-784E-4409-A446-09267024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2026端午广州龙舟 + 珠海三日游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F4129-DF04-4571-AF1D-2087C7D8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940513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FFD99E-8402-48F4-A603-5B28B1F5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D1F43-024F-4213-BCF8-1BD3130D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6月19晚-6月21下午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19C99-D798-4CB4-84CB-53ABC6C7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rPr>
              <a:t>珠海两晚三日：围绕情侣路少折返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5ADC7-CD81-4EC7-89B2-C2CCF7F1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48066038e4a91"/>
          <a:stretch xmlns:a="http://schemas.openxmlformats.org/drawingml/2006/main"/>
        </p:blipFill>
        <p:spPr>
          <a:xfrm xmlns:a="http://schemas.openxmlformats.org/drawingml/2006/main">
            <a:off x="628650" y="1412081"/>
            <a:ext cx="7239000" cy="443388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237BF-B9AC-4A0A-B936-C2A633F1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2876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4A8FF-7209-463E-80F4-9F6ECA35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6/19晚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FC887-B468-43A4-9D7D-10B0460E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859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入住吉大/城市阳台，晚餐夜市或生蚝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2DD83-DDCC-4070-ACBF-3A344EA3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71800"/>
            <a:ext cx="2876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004E0-C7CE-4FC2-A29F-85FE62BF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7D5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77D5E"/>
                </a:solidFill>
                <a:latin typeface="Aptos"/>
                <a:ea typeface="Aptos"/>
                <a:cs typeface="Aptos"/>
              </a:rPr>
              <a:t>6/20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33C22-8E6E-4995-A65D-B358A07E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圆明新园 -&gt; 北山 -&gt; 情侣路 -&gt; 日月贝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F0F75-A32D-4893-AA5C-0755D0B4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91000"/>
            <a:ext cx="2876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E3B6B-A87A-4E0C-9E2B-10987837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6/21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762E6-E4F0-490A-9D9A-CD4883AD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243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景山/海滨公园 -&gt; 午餐 -&gt; 返广州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14263-B5C0-4441-91DF-8AFBAD6E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2026端午广州龙舟 + 珠海三日游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FA175-A713-43B3-81C0-23263E63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929805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59C591-5443-4FBD-934C-723557CB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A727B-FC3A-4496-8360-8CF6DF95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住宿与饮食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AAFD9-10E6-4E9A-BE7E-D9BB0E25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rPr>
              <a:t>住哪里、吃哪里：看这张图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44B8C-D8D0-4FB1-B5CB-CB3164BE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5584ed685414e"/>
          <a:stretch xmlns:a="http://schemas.openxmlformats.org/drawingml/2006/main"/>
        </p:blipFill>
        <p:spPr>
          <a:xfrm xmlns:a="http://schemas.openxmlformats.org/drawingml/2006/main">
            <a:off x="628650" y="1409700"/>
            <a:ext cx="6858000" cy="42005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CB02C-56D3-4797-9E2A-B6716AFF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4D7E8-3053-46D9-9CFE-1A672CC4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F661D-FA88-4726-8B3C-ACE52DBC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716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3C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3C4A"/>
                </a:solidFill>
                <a:latin typeface="Aptos"/>
                <a:ea typeface="Aptos"/>
                <a:cs typeface="Aptos"/>
              </a:rPr>
              <a:t>住宿首选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0C0E2-F723-4141-82FB-89B6C761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336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吉大-海滨公园-九洲城-城市阳台：靠海边核心景点，返程也稳。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24D8D-E39E-4265-B4A7-14CC2140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E76E8-82D5-44C4-A854-11F94441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D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7620E-E0F3-4BE6-8113-5F093593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3C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3C4A"/>
                </a:solidFill>
                <a:latin typeface="Aptos"/>
                <a:ea typeface="Aptos"/>
                <a:cs typeface="Aptos"/>
              </a:rPr>
              <a:t>第一晚吃法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3E8CA-73CB-4867-948A-E16F5C65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6235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到珠海后别跑太远：夏湾夜市、茶餐厅、生蚝都可以。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3DD1A-F781-4011-B138-57088435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B8F0FC-411D-48A2-9D61-E6B50060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1358B-F33B-47BA-8276-214AC412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291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3C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3C4A"/>
                </a:solidFill>
                <a:latin typeface="Aptos"/>
                <a:ea typeface="Aptos"/>
                <a:cs typeface="Aptos"/>
              </a:rPr>
              <a:t>第三天原则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B0C2F-CEF2-4859-8711-C3298E4C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911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午餐选香洲/吉大附近，下午不去远点，留足车站时间。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6223A-E523-4F23-BF15-AF0FD675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2026端午广州龙舟 + 珠海三日游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EE9CB-5E0C-4C7C-914F-F082CE6C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57476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711E88-5D3F-4362-825C-992F9B58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E2CD3-61ED-424A-AE3D-DF73F6A1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来自原始攻略素材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7F9BA-31F9-409B-A8CC-7A6BBF97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rPr>
              <a:t>景点和美食实图速览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E6CC0-A215-4791-8A23-7200BDD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97E98-AE4D-4399-AA00-F042E1B0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29312-EBD2-48CA-BE12-462EF1FB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859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C6F81-8DD9-4454-B49E-9B6FD065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859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C0CC4-7F04-4EDB-BB87-F5BE9528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859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764AF-94A7-4793-9CB7-10917C41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09FF7-49A8-4B7D-9DB7-00E32ADF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2905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E92CD-D4F8-42F2-8DB0-82539EDE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8F10C-E351-4A31-B025-88C9F34D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2905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0041E-57AF-45FF-B2D4-E4275FCB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912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3C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3C4A"/>
                </a:solidFill>
                <a:latin typeface="Aptos"/>
                <a:ea typeface="Aptos"/>
                <a:cs typeface="Aptos"/>
              </a:rPr>
              <a:t>适合拍照：爱情邮局、渔女、日月贝｜适合降温休息：北山/富华里、糖水、早茶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BC635-17D0-47C4-8EEA-463AC814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2026端午广州龙舟 + 珠海三日游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B41ED-1F5D-4900-9F5B-9C7140C3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68cd007eb407d"/>
          <a:srcRect xmlns:a="http://schemas.openxmlformats.org/drawingml/2006/main" l="0" t="17217" r="0" b="17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86150" y="1581150"/>
            <a:ext cx="2171700" cy="18669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3c0249f8d4621"/>
          <a:srcRect xmlns:a="http://schemas.openxmlformats.org/drawingml/2006/main" l="0" t="17217" r="0" b="17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581150"/>
            <a:ext cx="2171700" cy="18669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0e18cf5374641"/>
          <a:srcRect xmlns:a="http://schemas.openxmlformats.org/drawingml/2006/main" l="0" t="17217" r="0" b="17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581150"/>
            <a:ext cx="2171700" cy="18669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98da5a28347eb"/>
          <a:srcRect xmlns:a="http://schemas.openxmlformats.org/drawingml/2006/main" l="0" t="17217" r="0" b="17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3924300"/>
            <a:ext cx="2171700" cy="18669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fcbde441b4cb7"/>
          <a:srcRect xmlns:a="http://schemas.openxmlformats.org/drawingml/2006/main" l="0" t="17217" r="0" b="17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1581150"/>
            <a:ext cx="2171700" cy="18669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6966d9cbd4635"/>
          <a:srcRect xmlns:a="http://schemas.openxmlformats.org/drawingml/2006/main" l="0" t="17217" r="0" b="17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86150" y="3924300"/>
            <a:ext cx="2171700" cy="18669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6ad0e5cc64032"/>
          <a:srcRect xmlns:a="http://schemas.openxmlformats.org/drawingml/2006/main" l="0" t="17217" r="0" b="17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3924300"/>
            <a:ext cx="2171700" cy="18669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6354beb934b9e"/>
          <a:srcRect xmlns:a="http://schemas.openxmlformats.org/drawingml/2006/main" l="0" t="17217" r="0" b="17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3924300"/>
            <a:ext cx="2171700" cy="1866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3624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193185-790D-4A2F-8043-BB63076C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7C2CE-4164-47EB-BAB1-2084ABEF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出发前确认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1F420-6B81-4A9E-B028-D25B8BBD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3C4A"/>
                </a:solidFill>
                <a:latin typeface="Aptos Display"/>
                <a:ea typeface="Aptos Display"/>
                <a:cs typeface="Aptos Display"/>
              </a:rPr>
              <a:t>最终执行清单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A1E41-6329-422E-9221-1F6C908A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BB0D3-3884-4C86-9A3B-DEB4A130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629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57C53-59E9-470E-98A6-50368861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005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先保返程票，再查龙舟公告；当天别把行程排到没有缓冲。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98A61-74BC-4005-AD55-DB0F3CD8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D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0F02E-A417-4815-8955-1D65674F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28950"/>
            <a:ext cx="929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查公告：广州文旅、广州日报新花城、越秀/天河/海珠官方；珠海公告只作备选。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18324-E01D-4B96-9ECB-90ECFB46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5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D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42DD5-1A7F-4EAF-A127-3AF07BD2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929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买车票：广州东/广州南→珠海站，返程票优先锁定。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0BB1B-E306-44B4-8093-5F73CAC3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0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D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5C2A6-BB98-4FBA-8921-BE80E747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929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订住宿：吉大 / 九洲城 / 海滨公园 / 城市阳台 / 情侣中路。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635DD-AB5F-4AE4-A9A6-70B92D6B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67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D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9920E-5775-44BE-BC60-5F42AED5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00550"/>
            <a:ext cx="929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带装备：身份证、防晒、帽子、冰袖、雨伞、充电宝、轻便鞋。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19B22-6851-47C4-A32F-8822C7A7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D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65F8E-D2A2-4B8B-AE18-F518708D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29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52A"/>
                </a:solidFill>
                <a:latin typeface="Aptos"/>
                <a:ea typeface="Aptos"/>
                <a:cs typeface="Aptos"/>
              </a:rPr>
              <a:t>现场策略：龙舟9:30前到岸边，16:00前后撤向广州东；无合适车次再去广州南。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FD0EB-DF8A-4553-99AD-CC8AA5FF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2026端午广州龙舟 + 珠海三日游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D7772-49B6-43E6-B761-2FD03C75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7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7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43800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2026-06-09T09:41:14.1260000Z</dcterms:created>
  <dcterms:modified xsi:type="dcterms:W3CDTF">2026-06-09T09:41:14.1260000Z</dcterms:modified>
</coreProperties>
</file>